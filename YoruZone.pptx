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45E96-AD63-0B44-9C41-E260C2F0E463}" v="9" dt="2026-05-26T13:53:28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2"/>
    <p:restoredTop sz="94765"/>
  </p:normalViewPr>
  <p:slideViewPr>
    <p:cSldViewPr snapToGrid="0">
      <p:cViewPr>
        <p:scale>
          <a:sx n="159" d="100"/>
          <a:sy n="159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F4125-B9A3-BE7E-344D-61F9C7391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8E91BB-346B-082E-623F-2F8E7E01B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C516AF-13B9-6C95-FE71-754ADE7A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A43EEF0-4E72-545B-66AF-1BD22673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2D79FC4-1EDE-9BB0-BE3C-A85F5294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33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07A59-D23D-E5D7-83BD-5D184835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3FCA8BD-5B29-DD28-883D-1032435D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12663B2-B629-0285-58E5-4786C3F4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6F1670D-1FF7-90D4-C018-3ED26B9D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0706193-2310-959F-02BC-5BBD867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84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B4170-0964-3861-013D-E2C6CCB47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E22D4F3-88E4-2CF9-8318-23E36F5F1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2230C5A-3CF9-AA1D-99DF-21ABE2F6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A38A9CE-0D44-9C43-BD1D-E6D9AA870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F017428-74E9-AEC9-D8AD-548BF572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04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F5CE1-BC73-61C5-1242-51E1D801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B148419-13CD-A87F-7A9F-0F756EDBF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F4B3209-54FB-53D5-CC72-D83B3F51C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6F467B0-19AB-8760-4B0F-358DE006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E0EE6B2-E90D-1634-EFA6-C8C1DE32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188861B-1BE6-6695-DD42-8FA98532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0688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BF20D-9D81-A6F6-B160-0EAB7B45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D939517-3D60-EA68-5615-4074B9B18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AB435BD-5540-E36D-4C11-33F6D744F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DF69AA0-35D8-9F42-A85D-0D15FE3E2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A714E24-8668-FA8A-9C94-2B8FA7402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B4FD01E-6E1D-B3FB-38F5-AF12C4B9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FE1DB99-8F96-81B8-06A5-9D8E512D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3A23C17-74CD-2EB9-D7B1-F00FE77D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3808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31450-74BF-817A-85CB-F238BAEE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9399BF0-A03E-4E38-98C1-250F43AF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0973E47-8757-F9B6-9C4F-5FDF31CC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98F2B6B-27B1-A461-7F88-778DA67C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895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29F7241-166F-D2A5-AAC2-F4DB3C4C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2C36DE25-9FDF-DF07-4533-618ACE59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9541726-02E3-B53D-AA81-9A29D3FA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50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E138B-3936-864C-4BF9-4F54ADA5C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512EFDD-B3D4-378A-FF7D-049E10205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A2BFB23-AF6C-2F0C-3323-DF8139837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70C4649-2E85-1CFB-7842-E5C6638C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E4841FF-3F15-BEE1-2675-A4FA97DD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C31D19F-21E7-6948-C75E-1ED94133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488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F08B8-D5F3-678A-4977-EE03E279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7A04944-5C7C-8574-E9BA-BDB405B1E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ED6D3B9-4B78-3991-ADBF-B556A9156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E21BDA5-1EEE-46B6-7E98-4044C654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D096F17-393E-25BD-003B-8B135CA0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F64B1F7-E6BA-7674-5D6D-AE4E0180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251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F4AF2-8FF5-3362-128F-803A9F46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47AFCF5-EF48-A2E2-CA23-DBD792111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F7123A7-A2AE-0CFC-A5B7-42FFB3F8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358F8C7-9DDA-5B8D-9E8A-F62F573B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177BB41-2AA3-8E71-0E76-F5B6F13B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499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DB6087-E741-F49E-2C20-5E4C2B9CA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C80B446-EBA2-3985-0ABE-936408352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8BDE2C-B1D0-5C56-8FAD-18C090E8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6ED9573-9410-7667-98DA-FCB7DA8E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09C6E9-C61F-3D25-D910-75A06A82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164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F01E87A9-95B7-7E51-9532-7679D5B4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0B57170-ECA9-12EC-E90B-6DABD9467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D444E55-1674-97A8-9971-349335F33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11D4D-80EC-B84B-BCBD-3D71B4D82FF5}" type="datetimeFigureOut">
              <a:rPr lang="pt-PT" smtClean="0"/>
              <a:t>26/05/26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3E67752-347D-0332-89CF-829E7CF64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3E87D80-191D-2D47-B22C-71B95D778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6D7C0-E370-6E44-B128-8B9A65E0BF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684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llzmPs/YoruZo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ru-zone-17cp.vercel.app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10838D-2B7B-87E6-ED95-CAABD0BE1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4" t="605" b="8486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675362-46EB-CFCB-3499-7BA350B41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pt-PT" sz="4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VALORANT" pitchFamily="2" charset="0"/>
                <a:cs typeface="AngsanaUPC" panose="02020603050405020304" pitchFamily="18" charset="-34"/>
              </a:rPr>
              <a:t>YoruZone</a:t>
            </a:r>
            <a:endParaRPr lang="pt-PT" sz="4800" dirty="0">
              <a:solidFill>
                <a:schemeClr val="tx2">
                  <a:lumMod val="75000"/>
                  <a:lumOff val="25000"/>
                </a:schemeClr>
              </a:solidFill>
              <a:latin typeface="VALORANT" pitchFamily="2" charset="0"/>
              <a:cs typeface="AngsanaUPC" panose="02020603050405020304" pitchFamily="18" charset="-34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92638C-7FC6-187C-8877-3D015E0BB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5495308" cy="1208141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PT" sz="2900" dirty="0">
                <a:latin typeface="VALORANT" pitchFamily="2" charset="0"/>
              </a:rPr>
              <a:t>119080 – Guilherme Sousa</a:t>
            </a:r>
          </a:p>
          <a:p>
            <a:pPr algn="l"/>
            <a:endParaRPr lang="pt-PT" sz="2000" dirty="0">
              <a:latin typeface="VALORANT" pitchFamily="2" charset="0"/>
            </a:endParaRPr>
          </a:p>
          <a:p>
            <a:pPr algn="l"/>
            <a:r>
              <a:rPr lang="pt-PT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https://github.com/KillzmPs/YoruZone</a:t>
            </a:r>
            <a:endParaRPr lang="pt-PT" sz="2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pt-PT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https://yoru-zone-17cp.vercel.app</a:t>
            </a:r>
            <a:endParaRPr lang="pt-PT" sz="2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pt-PT" sz="2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05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CB898-E719-A853-6A55-EE46B94DF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CA49019C-3AFB-1D35-F846-209980A6F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27906"/>
            <a:ext cx="1018035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5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613D1-B8FF-34DB-1EAD-10EB57640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>
                <a:latin typeface="VALORANT" pitchFamily="2" charset="0"/>
              </a:rPr>
              <a:t>Code Organization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A0D5EAD1-F249-4DCB-1B27-9E4A788B8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748" y="2642616"/>
            <a:ext cx="4362999" cy="3605784"/>
          </a:xfrm>
          <a:prstGeom prst="rect">
            <a:avLst/>
          </a:prstGeom>
        </p:spPr>
      </p:pic>
      <p:pic>
        <p:nvPicPr>
          <p:cNvPr id="1026" name="Picture 2" descr="How to setup ReactJs with Vite ? - GeeksforGeeks">
            <a:extLst>
              <a:ext uri="{FF2B5EF4-FFF2-40B4-BE49-F238E27FC236}">
                <a16:creationId xmlns:a16="http://schemas.microsoft.com/office/drawing/2014/main" id="{00D428DB-14C2-7435-5E54-999047226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3041905"/>
            <a:ext cx="5614416" cy="2807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55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31C0CD-C81E-0507-84FB-D5BD49E9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pPr algn="ctr"/>
            <a:r>
              <a:rPr lang="pt-PT" sz="5200" dirty="0" err="1">
                <a:latin typeface="VALORANT" pitchFamily="2" charset="0"/>
              </a:rPr>
              <a:t>Introduction</a:t>
            </a:r>
            <a:endParaRPr lang="pt-PT" sz="5200" dirty="0">
              <a:latin typeface="VALORANT" pitchFamily="2" charset="0"/>
            </a:endParaRPr>
          </a:p>
        </p:txBody>
      </p:sp>
      <p:pic>
        <p:nvPicPr>
          <p:cNvPr id="1026" name="Picture 2" descr="Yoru - Liquipedia VALORANT Wiki">
            <a:extLst>
              <a:ext uri="{FF2B5EF4-FFF2-40B4-BE49-F238E27FC236}">
                <a16:creationId xmlns:a16="http://schemas.microsoft.com/office/drawing/2014/main" id="{3D0F32A2-13E5-AD3F-0B34-76CBA44A7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816"/>
          <a:stretch>
            <a:fillRect/>
          </a:stretch>
        </p:blipFill>
        <p:spPr bwMode="auto">
          <a:xfrm>
            <a:off x="20" y="10"/>
            <a:ext cx="450530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BDDA56-EB92-55D3-7DFD-6630E585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 fontScale="92500" lnSpcReduction="20000"/>
          </a:bodyPr>
          <a:lstStyle/>
          <a:p>
            <a:r>
              <a:rPr lang="pt-PT" dirty="0"/>
              <a:t>Jogo FPS 1v1 in real time no browser</a:t>
            </a:r>
          </a:p>
          <a:p>
            <a:r>
              <a:rPr lang="pt-PT" dirty="0"/>
              <a:t>Inspirado no </a:t>
            </a:r>
            <a:r>
              <a:rPr lang="pt-PT" dirty="0" err="1"/>
              <a:t>Valorant</a:t>
            </a:r>
            <a:r>
              <a:rPr lang="pt-PT" dirty="0"/>
              <a:t> — melhor de 5 rondas (primeiro a ganhar 3)</a:t>
            </a:r>
          </a:p>
          <a:p>
            <a:r>
              <a:rPr lang="pt-PT" dirty="0"/>
              <a:t>Tecnologias: </a:t>
            </a:r>
            <a:r>
              <a:rPr lang="pt-PT" b="1" dirty="0" err="1"/>
              <a:t>Three.js</a:t>
            </a:r>
            <a:r>
              <a:rPr lang="pt-PT" b="1" dirty="0"/>
              <a:t>, </a:t>
            </a:r>
            <a:r>
              <a:rPr lang="pt-PT" b="1" dirty="0" err="1"/>
              <a:t>Socket.IO</a:t>
            </a:r>
            <a:r>
              <a:rPr lang="pt-PT" dirty="0"/>
              <a:t>, </a:t>
            </a:r>
            <a:r>
              <a:rPr lang="pt-PT" b="1" dirty="0" err="1"/>
              <a:t>React</a:t>
            </a:r>
            <a:endParaRPr lang="pt-PT" dirty="0"/>
          </a:p>
          <a:p>
            <a:r>
              <a:rPr lang="pt-PT" dirty="0"/>
              <a:t>O utilizador pode: criar lobby, entrar com código, comprar armas/escudo na </a:t>
            </a:r>
            <a:r>
              <a:rPr lang="pt-PT" dirty="0" err="1"/>
              <a:t>buy</a:t>
            </a:r>
            <a:r>
              <a:rPr lang="pt-PT" dirty="0"/>
              <a:t> </a:t>
            </a:r>
            <a:r>
              <a:rPr lang="pt-PT" dirty="0" err="1"/>
              <a:t>phase</a:t>
            </a:r>
            <a:r>
              <a:rPr lang="pt-PT" dirty="0"/>
              <a:t>, usar habilidades do </a:t>
            </a:r>
            <a:r>
              <a:rPr lang="pt-PT" dirty="0" err="1"/>
              <a:t>Yoru</a:t>
            </a:r>
            <a:r>
              <a:rPr lang="pt-PT" dirty="0"/>
              <a:t>, disparar com </a:t>
            </a:r>
            <a:r>
              <a:rPr lang="pt-PT" dirty="0" err="1"/>
              <a:t>raycast</a:t>
            </a:r>
            <a:endParaRPr lang="pt-PT" dirty="0"/>
          </a:p>
          <a:p>
            <a:endParaRPr lang="pt-PT" sz="2200" dirty="0"/>
          </a:p>
        </p:txBody>
      </p:sp>
    </p:spTree>
    <p:extLst>
      <p:ext uri="{BB962C8B-B14F-4D97-AF65-F5344CB8AC3E}">
        <p14:creationId xmlns:p14="http://schemas.microsoft.com/office/powerpoint/2010/main" val="2724238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6732A5-026A-3D5B-5888-C2954C60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endParaRPr lang="pt-PT" sz="5200"/>
          </a:p>
        </p:txBody>
      </p:sp>
      <p:sp>
        <p:nvSpPr>
          <p:cNvPr id="1035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659FF403-369B-98F4-86A2-0B52D2379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058" y="403520"/>
            <a:ext cx="7049778" cy="5723026"/>
          </a:xfrm>
          <a:prstGeom prst="rect">
            <a:avLst/>
          </a:prstGeom>
        </p:spPr>
      </p:pic>
      <p:pic>
        <p:nvPicPr>
          <p:cNvPr id="1026" name="Picture 2" descr="Yoru Quick Guide – Abilities, Tips and Tricks for Beginners - ProGuides">
            <a:extLst>
              <a:ext uri="{FF2B5EF4-FFF2-40B4-BE49-F238E27FC236}">
                <a16:creationId xmlns:a16="http://schemas.microsoft.com/office/drawing/2014/main" id="{42C7759E-C348-95D7-AD47-AAE895204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2033"/>
          <a:stretch>
            <a:fillRect/>
          </a:stretch>
        </p:blipFill>
        <p:spPr bwMode="auto">
          <a:xfrm>
            <a:off x="7684006" y="10"/>
            <a:ext cx="45079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75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tint">
            <a:extLst>
              <a:ext uri="{FF2B5EF4-FFF2-40B4-BE49-F238E27FC236}">
                <a16:creationId xmlns:a16="http://schemas.microsoft.com/office/drawing/2014/main" id="{D380959B-464C-9ED8-C9EB-AB6FC997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25448" y="8300"/>
            <a:ext cx="10966551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06B83858-ED7D-57B6-6CAA-83168807C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5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A7CE44-A4A9-956A-2EEC-14070AA8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390" y="759127"/>
            <a:ext cx="4596245" cy="511534"/>
          </a:xfrm>
        </p:spPr>
        <p:txBody>
          <a:bodyPr anchor="ctr">
            <a:normAutofit fontScale="90000"/>
          </a:bodyPr>
          <a:lstStyle/>
          <a:p>
            <a:r>
              <a:rPr lang="pt-PT" sz="4000" dirty="0" err="1">
                <a:latin typeface="VALORANT" pitchFamily="2" charset="0"/>
              </a:rPr>
              <a:t>Ilumination</a:t>
            </a:r>
            <a:r>
              <a:rPr lang="pt-PT" sz="4000" dirty="0">
                <a:latin typeface="VALORANT" pitchFamily="2" charset="0"/>
              </a:rPr>
              <a:t>, </a:t>
            </a:r>
            <a:r>
              <a:rPr lang="pt-PT" sz="4000" dirty="0" err="1">
                <a:latin typeface="VALORANT" pitchFamily="2" charset="0"/>
              </a:rPr>
              <a:t>Materials</a:t>
            </a:r>
            <a:r>
              <a:rPr lang="pt-PT" sz="4000" dirty="0">
                <a:latin typeface="VALORANT" pitchFamily="2" charset="0"/>
              </a:rPr>
              <a:t> </a:t>
            </a:r>
            <a:r>
              <a:rPr lang="pt-PT" sz="4000" dirty="0" err="1">
                <a:latin typeface="VALORANT" pitchFamily="2" charset="0"/>
              </a:rPr>
              <a:t>and</a:t>
            </a:r>
            <a:r>
              <a:rPr lang="pt-PT" sz="4000" dirty="0">
                <a:latin typeface="VALORANT" pitchFamily="2" charset="0"/>
              </a:rPr>
              <a:t> Textures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FF97FFD4-A8B9-3D4D-1623-7BE467E46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10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39700" dir="300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Yoru (Valorant) | Ficción Sin Límites Wiki | Fandom">
            <a:extLst>
              <a:ext uri="{FF2B5EF4-FFF2-40B4-BE49-F238E27FC236}">
                <a16:creationId xmlns:a16="http://schemas.microsoft.com/office/drawing/2014/main" id="{05B050B4-7CB2-61E8-26E6-2951A72E6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8561" y="759126"/>
            <a:ext cx="2593078" cy="537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6" name="Content Placeholder 2055">
            <a:extLst>
              <a:ext uri="{FF2B5EF4-FFF2-40B4-BE49-F238E27FC236}">
                <a16:creationId xmlns:a16="http://schemas.microsoft.com/office/drawing/2014/main" id="{FA2EDDFF-C63E-084C-462B-4E1984340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390" y="1816924"/>
            <a:ext cx="4596245" cy="4423155"/>
          </a:xfrm>
        </p:spPr>
        <p:txBody>
          <a:bodyPr anchor="ctr">
            <a:normAutofit fontScale="47500" lnSpcReduction="20000"/>
          </a:bodyPr>
          <a:lstStyle/>
          <a:p>
            <a:pPr marL="0" indent="0">
              <a:buNone/>
            </a:pPr>
            <a:r>
              <a:rPr lang="pt-PT" b="1" dirty="0"/>
              <a:t>Materiais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MeshStandardMaterial</a:t>
            </a:r>
            <a:r>
              <a:rPr lang="pt-PT" dirty="0"/>
              <a:t> — jogador e inimigo (reage à luz)</a:t>
            </a:r>
          </a:p>
          <a:p>
            <a:pPr marL="0" indent="0">
              <a:buNone/>
            </a:pPr>
            <a:r>
              <a:rPr lang="pt-PT" dirty="0" err="1"/>
              <a:t>MeshBasicMaterial</a:t>
            </a:r>
            <a:r>
              <a:rPr lang="pt-PT" dirty="0"/>
              <a:t> — armas e elementos de UI 3D</a:t>
            </a:r>
          </a:p>
          <a:p>
            <a:pPr marL="0" indent="0">
              <a:buNone/>
            </a:pPr>
            <a:r>
              <a:rPr lang="pt-PT" dirty="0"/>
              <a:t>Cores sólidas — sem texturas externas</a:t>
            </a:r>
          </a:p>
          <a:p>
            <a:pPr marL="0" indent="0">
              <a:buNone/>
            </a:pPr>
            <a:endParaRPr lang="pt-PT" b="1" dirty="0"/>
          </a:p>
          <a:p>
            <a:pPr marL="0" indent="0">
              <a:buNone/>
            </a:pPr>
            <a:r>
              <a:rPr lang="pt-PT" b="1" dirty="0"/>
              <a:t>Iluminação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AmbientLight</a:t>
            </a:r>
            <a:r>
              <a:rPr lang="pt-PT" dirty="0"/>
              <a:t> — iluminação global difusa</a:t>
            </a:r>
          </a:p>
          <a:p>
            <a:pPr marL="0" indent="0">
              <a:buNone/>
            </a:pPr>
            <a:r>
              <a:rPr lang="pt-PT" dirty="0" err="1"/>
              <a:t>DirectionalLight</a:t>
            </a:r>
            <a:r>
              <a:rPr lang="pt-PT" dirty="0"/>
              <a:t> — sombras e profundidade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r>
              <a:rPr lang="pt-PT" dirty="0" err="1"/>
              <a:t>Nameplate</a:t>
            </a:r>
            <a:r>
              <a:rPr lang="pt-PT" dirty="0"/>
              <a:t> do inimigo — </a:t>
            </a:r>
            <a:r>
              <a:rPr lang="pt-PT" dirty="0" err="1"/>
              <a:t>canvas</a:t>
            </a:r>
            <a:r>
              <a:rPr lang="pt-PT" dirty="0"/>
              <a:t> 2D </a:t>
            </a:r>
            <a:r>
              <a:rPr lang="pt-PT" dirty="0" err="1"/>
              <a:t>renderizado</a:t>
            </a:r>
            <a:r>
              <a:rPr lang="pt-PT" dirty="0"/>
              <a:t> como Sprite</a:t>
            </a:r>
          </a:p>
          <a:p>
            <a:pPr marL="0" indent="0">
              <a:buNone/>
            </a:pPr>
            <a:r>
              <a:rPr lang="pt-PT" dirty="0" err="1"/>
              <a:t>PointerLockControls</a:t>
            </a:r>
            <a:r>
              <a:rPr lang="pt-PT" dirty="0"/>
              <a:t> — câmara FPS com captura do rato</a:t>
            </a:r>
          </a:p>
          <a:p>
            <a:pPr marL="0" indent="0">
              <a:buNone/>
            </a:pPr>
            <a:r>
              <a:rPr lang="pt-PT" dirty="0" err="1"/>
              <a:t>Raycaster</a:t>
            </a:r>
            <a:r>
              <a:rPr lang="pt-PT" dirty="0"/>
              <a:t> — deteção de acertos nos modelos</a:t>
            </a:r>
          </a:p>
          <a:p>
            <a:pPr marL="0" indent="0">
              <a:buNone/>
            </a:pPr>
            <a:r>
              <a:rPr lang="pt-PT" dirty="0" err="1"/>
              <a:t>AudioListener</a:t>
            </a:r>
            <a:r>
              <a:rPr lang="pt-PT" dirty="0"/>
              <a:t> + </a:t>
            </a:r>
            <a:r>
              <a:rPr lang="pt-PT" dirty="0" err="1"/>
              <a:t>PositionalAudio</a:t>
            </a:r>
            <a:r>
              <a:rPr lang="pt-PT" dirty="0"/>
              <a:t> — sons posicionais (passos, disparos, </a:t>
            </a:r>
            <a:r>
              <a:rPr lang="pt-PT" dirty="0" err="1"/>
              <a:t>ult</a:t>
            </a:r>
            <a:r>
              <a:rPr lang="pt-PT" dirty="0"/>
              <a:t>)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sz="2000" dirty="0"/>
          </a:p>
          <a:p>
            <a:pPr marL="0" indent="0">
              <a:buNone/>
            </a:pPr>
            <a:br>
              <a:rPr lang="pt-PT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831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🥷 VALORANT KURONAMI VANDAL・ STL File for 3D printing・Cults">
            <a:extLst>
              <a:ext uri="{FF2B5EF4-FFF2-40B4-BE49-F238E27FC236}">
                <a16:creationId xmlns:a16="http://schemas.microsoft.com/office/drawing/2014/main" id="{1E15DA02-85FB-30C6-247C-989002121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1" r="22453" b="909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59DBC2-527C-8A70-4A0D-B7D3F7BB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pt-PT" sz="2800" dirty="0" err="1">
                <a:latin typeface="VALORANT" pitchFamily="2" charset="0"/>
              </a:rPr>
              <a:t>Animations</a:t>
            </a:r>
            <a:endParaRPr lang="pt-PT" sz="2800" dirty="0">
              <a:latin typeface="VALORANT" pitchFamily="2" charset="0"/>
            </a:endParaRP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BA435ADE-31B8-0B54-BB8D-048C47FD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fontScale="62500" lnSpcReduction="20000"/>
          </a:bodyPr>
          <a:lstStyle/>
          <a:p>
            <a:pPr marL="0" indent="0">
              <a:buNone/>
            </a:pPr>
            <a:r>
              <a:rPr lang="pt-PT" dirty="0"/>
              <a:t>Animação de pernas e braços por </a:t>
            </a:r>
            <a:r>
              <a:rPr lang="pt-PT" dirty="0" err="1"/>
              <a:t>frame</a:t>
            </a:r>
            <a:r>
              <a:rPr lang="pt-PT" dirty="0"/>
              <a:t> de movimento</a:t>
            </a:r>
          </a:p>
          <a:p>
            <a:pPr marL="0" indent="0">
              <a:buNone/>
            </a:pPr>
            <a:r>
              <a:rPr lang="pt-PT" dirty="0"/>
              <a:t>Sons de passos sincronizados com o movimento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r>
              <a:rPr lang="pt-PT" dirty="0"/>
              <a:t>Flash (Q) — </a:t>
            </a:r>
            <a:r>
              <a:rPr lang="pt-PT" dirty="0" err="1"/>
              <a:t>projetil</a:t>
            </a:r>
            <a:r>
              <a:rPr lang="pt-PT" dirty="0"/>
              <a:t> </a:t>
            </a:r>
            <a:r>
              <a:rPr lang="pt-PT" dirty="0" err="1"/>
              <a:t>orb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Teleporte (E) — anel laranja no ponto de destino</a:t>
            </a:r>
          </a:p>
          <a:p>
            <a:pPr marL="0" indent="0">
              <a:buNone/>
            </a:pPr>
            <a:r>
              <a:rPr lang="pt-PT" dirty="0"/>
              <a:t>Clone (C) — </a:t>
            </a:r>
            <a:r>
              <a:rPr lang="pt-PT" dirty="0" err="1"/>
              <a:t>mesh</a:t>
            </a:r>
            <a:r>
              <a:rPr lang="pt-PT" dirty="0"/>
              <a:t> que caminha em frente durante 3s</a:t>
            </a:r>
          </a:p>
          <a:p>
            <a:pPr marL="0" indent="0">
              <a:buNone/>
            </a:pPr>
            <a:r>
              <a:rPr lang="pt-PT" dirty="0" err="1"/>
              <a:t>Ult</a:t>
            </a:r>
            <a:r>
              <a:rPr lang="pt-PT" dirty="0"/>
              <a:t> (X) — fade de invisibilidade + som posicional ao terminar</a:t>
            </a:r>
          </a:p>
          <a:p>
            <a:pPr marL="0" indent="0">
              <a:buNone/>
            </a:pPr>
            <a:endParaRPr lang="pt-PT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35426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D642A1-7394-1064-1215-BCDA31C5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pt-PT" dirty="0" err="1">
                <a:latin typeface="VALORANT" pitchFamily="2" charset="0"/>
              </a:rPr>
              <a:t>User</a:t>
            </a:r>
            <a:r>
              <a:rPr lang="pt-PT" dirty="0">
                <a:latin typeface="VALORANT" pitchFamily="2" charset="0"/>
              </a:rPr>
              <a:t> </a:t>
            </a:r>
            <a:r>
              <a:rPr lang="pt-PT" dirty="0" err="1">
                <a:latin typeface="VALORANT" pitchFamily="2" charset="0"/>
              </a:rPr>
              <a:t>Interactions</a:t>
            </a:r>
            <a:endParaRPr lang="pt-PT" dirty="0">
              <a:latin typeface="VALORANT" pitchFamily="2" charset="0"/>
            </a:endParaRPr>
          </a:p>
        </p:txBody>
      </p:sp>
      <p:sp>
        <p:nvSpPr>
          <p:cNvPr id="4102" name="Content Placeholder 4101">
            <a:extLst>
              <a:ext uri="{FF2B5EF4-FFF2-40B4-BE49-F238E27FC236}">
                <a16:creationId xmlns:a16="http://schemas.microsoft.com/office/drawing/2014/main" id="{7469F58B-2C32-0B06-1133-605E69BA1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WASD – </a:t>
            </a:r>
            <a:r>
              <a:rPr lang="en-US" sz="2000" dirty="0" err="1"/>
              <a:t>Movimento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Rato – Mira</a:t>
            </a:r>
          </a:p>
          <a:p>
            <a:pPr marL="0" indent="0">
              <a:buNone/>
            </a:pPr>
            <a:r>
              <a:rPr lang="en-US" sz="2000" dirty="0" err="1"/>
              <a:t>Espaço</a:t>
            </a:r>
            <a:r>
              <a:rPr lang="en-US" sz="2000" dirty="0"/>
              <a:t> – </a:t>
            </a:r>
            <a:r>
              <a:rPr lang="en-US" sz="2000" dirty="0" err="1"/>
              <a:t>Saltar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Left Click – </a:t>
            </a:r>
            <a:r>
              <a:rPr lang="en-US" sz="2000" dirty="0" err="1"/>
              <a:t>Disparar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R – </a:t>
            </a:r>
            <a:r>
              <a:rPr lang="en-US" sz="2000" dirty="0" err="1"/>
              <a:t>Recarregar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QECX – </a:t>
            </a:r>
            <a:r>
              <a:rPr lang="en-US" sz="2000" dirty="0" err="1"/>
              <a:t>Habilidades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Loja – </a:t>
            </a:r>
            <a:r>
              <a:rPr lang="en-US" sz="2000" dirty="0" err="1"/>
              <a:t>Comprar</a:t>
            </a:r>
            <a:r>
              <a:rPr lang="en-US" sz="2000" dirty="0"/>
              <a:t> Armas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Shots (head 2.5x, body 1x, leg 0.75x)</a:t>
            </a:r>
          </a:p>
          <a:p>
            <a:endParaRPr lang="en-US" sz="2000" dirty="0"/>
          </a:p>
        </p:txBody>
      </p:sp>
      <p:pic>
        <p:nvPicPr>
          <p:cNvPr id="4098" name="Picture 2" descr="Miniature Games &amp; Accessories STL Download - Valorant Keycaps Vol IV -  Mechanical Keyboard - Hiko">
            <a:extLst>
              <a:ext uri="{FF2B5EF4-FFF2-40B4-BE49-F238E27FC236}">
                <a16:creationId xmlns:a16="http://schemas.microsoft.com/office/drawing/2014/main" id="{F528C300-6802-D97B-EB4F-132E9B243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54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82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Kuronami Collection | Valorant Wiki | Fandom">
            <a:extLst>
              <a:ext uri="{FF2B5EF4-FFF2-40B4-BE49-F238E27FC236}">
                <a16:creationId xmlns:a16="http://schemas.microsoft.com/office/drawing/2014/main" id="{A00E2B21-DFA0-69CD-A6FB-0772B3AF6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r="9691" b="-1"/>
          <a:stretch>
            <a:fillRect/>
          </a:stretch>
        </p:blipFill>
        <p:spPr bwMode="auto">
          <a:xfrm>
            <a:off x="2519309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0E30F4-948F-1E9E-ABD2-6FA23EBA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PT" sz="4000" dirty="0" err="1">
                <a:latin typeface="VALORANT" pitchFamily="2" charset="0"/>
              </a:rPr>
              <a:t>Weapons</a:t>
            </a:r>
            <a:r>
              <a:rPr lang="pt-PT" sz="4000" dirty="0">
                <a:latin typeface="VALORANT" pitchFamily="2" charset="0"/>
              </a:rPr>
              <a:t> AND SHIELD</a:t>
            </a:r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8E09F756-E2F5-E7F1-B2D3-2210CEF39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481" y="2630152"/>
            <a:ext cx="3822700" cy="222745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B06EB7F-C2B1-C862-D273-859A6DFF9EF6}"/>
              </a:ext>
            </a:extLst>
          </p:cNvPr>
          <p:cNvSpPr txBox="1"/>
          <p:nvPr/>
        </p:nvSpPr>
        <p:spPr>
          <a:xfrm>
            <a:off x="762000" y="5203371"/>
            <a:ext cx="3407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Escudo Leve (+25) — 400 </a:t>
            </a:r>
            <a:r>
              <a:rPr lang="pt-PT" dirty="0" err="1"/>
              <a:t>cr</a:t>
            </a:r>
            <a:endParaRPr lang="pt-PT" dirty="0"/>
          </a:p>
          <a:p>
            <a:r>
              <a:rPr lang="pt-PT" dirty="0"/>
              <a:t>Escudo Pesado (+50) — 1000 </a:t>
            </a:r>
            <a:r>
              <a:rPr lang="pt-PT" dirty="0" err="1"/>
              <a:t>cr</a:t>
            </a:r>
            <a:endParaRPr lang="pt-PT" dirty="0"/>
          </a:p>
          <a:p>
            <a:r>
              <a:rPr lang="pt-PT" dirty="0"/>
              <a:t>Escudo absorve 33% do dano</a:t>
            </a:r>
          </a:p>
        </p:txBody>
      </p:sp>
    </p:spTree>
    <p:extLst>
      <p:ext uri="{BB962C8B-B14F-4D97-AF65-F5344CB8AC3E}">
        <p14:creationId xmlns:p14="http://schemas.microsoft.com/office/powerpoint/2010/main" val="2508515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937E0E-2582-A0CB-263E-23221C39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pt-PT" dirty="0" err="1">
                <a:latin typeface="VALORANT" pitchFamily="2" charset="0"/>
              </a:rPr>
              <a:t>Habilities</a:t>
            </a:r>
            <a:endParaRPr lang="pt-PT" dirty="0">
              <a:latin typeface="VALORANT" pitchFamily="2" charset="0"/>
            </a:endParaRPr>
          </a:p>
        </p:txBody>
      </p:sp>
      <p:sp>
        <p:nvSpPr>
          <p:cNvPr id="6150" name="Content Placeholder 6149">
            <a:extLst>
              <a:ext uri="{FF2B5EF4-FFF2-40B4-BE49-F238E27FC236}">
                <a16:creationId xmlns:a16="http://schemas.microsoft.com/office/drawing/2014/main" id="{7CD7D52E-ED48-E6DC-5030-0CE6A12A6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3158741" cy="3908586"/>
          </a:xfrm>
        </p:spPr>
        <p:txBody>
          <a:bodyPr>
            <a:normAutofit fontScale="70000" lnSpcReduction="20000"/>
          </a:bodyPr>
          <a:lstStyle/>
          <a:p>
            <a:r>
              <a:rPr lang="en-US" sz="2000" dirty="0"/>
              <a:t>Q — Blindside (Flash) -  </a:t>
            </a:r>
            <a:r>
              <a:rPr lang="en-US" sz="2000" dirty="0" err="1"/>
              <a:t>Projectil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explode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atingir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superfície</a:t>
            </a:r>
            <a:r>
              <a:rPr lang="en-US" sz="2000" dirty="0"/>
              <a:t>. </a:t>
            </a:r>
            <a:r>
              <a:rPr lang="en-US" sz="2000" dirty="0" err="1"/>
              <a:t>Cega</a:t>
            </a:r>
            <a:r>
              <a:rPr lang="en-US" sz="2000" dirty="0"/>
              <a:t> quem </a:t>
            </a:r>
            <a:r>
              <a:rPr lang="en-US" sz="2000" dirty="0" err="1"/>
              <a:t>estiver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linha</a:t>
            </a:r>
            <a:r>
              <a:rPr lang="en-US" sz="2000" dirty="0"/>
              <a:t> de </a:t>
            </a:r>
            <a:r>
              <a:rPr lang="en-US" sz="2000" dirty="0" err="1"/>
              <a:t>visão</a:t>
            </a:r>
            <a:r>
              <a:rPr lang="en-US" sz="2000" dirty="0"/>
              <a:t> </a:t>
            </a:r>
            <a:r>
              <a:rPr lang="en-US" sz="2000" dirty="0" err="1"/>
              <a:t>sem</a:t>
            </a:r>
            <a:r>
              <a:rPr lang="en-US" sz="2000" dirty="0"/>
              <a:t> </a:t>
            </a:r>
            <a:r>
              <a:rPr lang="en-US" sz="2000" dirty="0" err="1"/>
              <a:t>obstáculos</a:t>
            </a:r>
            <a:r>
              <a:rPr lang="en-US" sz="2000" dirty="0"/>
              <a:t> 2 cargas</a:t>
            </a:r>
          </a:p>
          <a:p>
            <a:r>
              <a:rPr lang="en-US" sz="2000" dirty="0"/>
              <a:t> E — Gatecrash (</a:t>
            </a:r>
            <a:r>
              <a:rPr lang="en-US" sz="2000" dirty="0" err="1"/>
              <a:t>Teleporte</a:t>
            </a:r>
            <a:r>
              <a:rPr lang="en-US" sz="2000" dirty="0"/>
              <a:t>) </a:t>
            </a:r>
            <a:r>
              <a:rPr lang="en-US" sz="2000" dirty="0" err="1"/>
              <a:t>Coloca</a:t>
            </a:r>
            <a:r>
              <a:rPr lang="en-US" sz="2000" dirty="0"/>
              <a:t> um </a:t>
            </a:r>
            <a:r>
              <a:rPr lang="en-US" sz="2000" dirty="0" err="1"/>
              <a:t>marcador</a:t>
            </a:r>
            <a:r>
              <a:rPr lang="en-US" sz="2000" dirty="0"/>
              <a:t> de </a:t>
            </a:r>
            <a:r>
              <a:rPr lang="en-US" sz="2000" dirty="0" err="1"/>
              <a:t>teleporte</a:t>
            </a:r>
            <a:r>
              <a:rPr lang="en-US" sz="2000" dirty="0"/>
              <a:t> via </a:t>
            </a:r>
            <a:r>
              <a:rPr lang="en-US" sz="2000" dirty="0" err="1"/>
              <a:t>raycast</a:t>
            </a:r>
            <a:r>
              <a:rPr lang="en-US" sz="2000" dirty="0"/>
              <a:t> Segunda </a:t>
            </a:r>
            <a:r>
              <a:rPr lang="en-US" sz="2000" dirty="0" err="1"/>
              <a:t>ativação</a:t>
            </a:r>
            <a:r>
              <a:rPr lang="en-US" sz="2000" dirty="0"/>
              <a:t> </a:t>
            </a:r>
            <a:r>
              <a:rPr lang="en-US" sz="2000" dirty="0" err="1"/>
              <a:t>teleporta</a:t>
            </a:r>
            <a:r>
              <a:rPr lang="en-US" sz="2000" dirty="0"/>
              <a:t> o </a:t>
            </a:r>
            <a:r>
              <a:rPr lang="en-US" sz="2000" dirty="0" err="1"/>
              <a:t>jogador</a:t>
            </a:r>
            <a:r>
              <a:rPr lang="en-US" sz="2000" dirty="0"/>
              <a:t> para </a:t>
            </a:r>
            <a:r>
              <a:rPr lang="en-US" sz="2000" dirty="0" err="1"/>
              <a:t>lá</a:t>
            </a:r>
            <a:r>
              <a:rPr lang="en-US" sz="2000" dirty="0"/>
              <a:t> Cooldown de 35 </a:t>
            </a:r>
            <a:r>
              <a:rPr lang="en-US" sz="2000" dirty="0" err="1"/>
              <a:t>segundos</a:t>
            </a:r>
            <a:endParaRPr lang="en-US" sz="2000" dirty="0"/>
          </a:p>
          <a:p>
            <a:r>
              <a:rPr lang="en-US" sz="2000" dirty="0"/>
              <a:t> C — </a:t>
            </a:r>
            <a:r>
              <a:rPr lang="en-US" sz="2000" dirty="0" err="1"/>
              <a:t>Fakeout</a:t>
            </a:r>
            <a:r>
              <a:rPr lang="en-US" sz="2000" dirty="0"/>
              <a:t> (Clone) </a:t>
            </a:r>
            <a:r>
              <a:rPr lang="en-US" sz="2000" dirty="0" err="1"/>
              <a:t>Lança</a:t>
            </a:r>
            <a:r>
              <a:rPr lang="en-US" sz="2000" dirty="0"/>
              <a:t> um clone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caminha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frente</a:t>
            </a:r>
            <a:r>
              <a:rPr lang="en-US" sz="2000" dirty="0"/>
              <a:t> </a:t>
            </a:r>
            <a:r>
              <a:rPr lang="en-US" sz="2000" dirty="0" err="1"/>
              <a:t>durante</a:t>
            </a:r>
            <a:r>
              <a:rPr lang="en-US" sz="2000" dirty="0"/>
              <a:t> 3 </a:t>
            </a:r>
            <a:r>
              <a:rPr lang="en-US" sz="2000" dirty="0" err="1"/>
              <a:t>segundos</a:t>
            </a:r>
            <a:r>
              <a:rPr lang="en-US" sz="2000" dirty="0"/>
              <a:t> Serve para </a:t>
            </a:r>
            <a:r>
              <a:rPr lang="en-US" sz="2000" dirty="0" err="1"/>
              <a:t>enganar</a:t>
            </a:r>
            <a:r>
              <a:rPr lang="en-US" sz="2000" dirty="0"/>
              <a:t> o </a:t>
            </a:r>
            <a:r>
              <a:rPr lang="en-US" sz="2000" dirty="0" err="1"/>
              <a:t>adversário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a </a:t>
            </a:r>
            <a:r>
              <a:rPr lang="en-US" sz="2000" dirty="0" err="1"/>
              <a:t>posição</a:t>
            </a:r>
            <a:r>
              <a:rPr lang="en-US" sz="2000" dirty="0"/>
              <a:t> real 2 cargas</a:t>
            </a:r>
          </a:p>
          <a:p>
            <a:r>
              <a:rPr lang="en-US" sz="2000" dirty="0"/>
              <a:t> X — Dimensional Drift (Ult) </a:t>
            </a:r>
            <a:r>
              <a:rPr lang="en-US" sz="2000" dirty="0" err="1"/>
              <a:t>Yoru</a:t>
            </a:r>
            <a:r>
              <a:rPr lang="en-US" sz="2000" dirty="0"/>
              <a:t> </a:t>
            </a:r>
            <a:r>
              <a:rPr lang="en-US" sz="2000" dirty="0" err="1"/>
              <a:t>torna</a:t>
            </a:r>
            <a:r>
              <a:rPr lang="en-US" sz="2000" dirty="0"/>
              <a:t>-se </a:t>
            </a:r>
            <a:r>
              <a:rPr lang="en-US" sz="2000" dirty="0" err="1"/>
              <a:t>invisível</a:t>
            </a:r>
            <a:r>
              <a:rPr lang="en-US" sz="2000" dirty="0"/>
              <a:t> </a:t>
            </a:r>
            <a:r>
              <a:rPr lang="en-US" sz="2000" dirty="0" err="1"/>
              <a:t>durante</a:t>
            </a:r>
            <a:r>
              <a:rPr lang="en-US" sz="2000" dirty="0"/>
              <a:t> 10 </a:t>
            </a:r>
            <a:r>
              <a:rPr lang="en-US" sz="2000" dirty="0" err="1"/>
              <a:t>segundos</a:t>
            </a:r>
            <a:r>
              <a:rPr lang="en-US" sz="2000" dirty="0"/>
              <a:t> O </a:t>
            </a:r>
            <a:r>
              <a:rPr lang="en-US" sz="2000" dirty="0" err="1"/>
              <a:t>adversário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vê</a:t>
            </a:r>
            <a:r>
              <a:rPr lang="en-US" sz="2000" dirty="0"/>
              <a:t> o mesh do </a:t>
            </a:r>
            <a:r>
              <a:rPr lang="en-US" sz="2000" dirty="0" err="1"/>
              <a:t>jogador</a:t>
            </a:r>
            <a:r>
              <a:rPr lang="en-US" sz="2000" dirty="0"/>
              <a:t> (visible = false) </a:t>
            </a:r>
            <a:r>
              <a:rPr lang="en-US" sz="2000" dirty="0" err="1"/>
              <a:t>Acumula</a:t>
            </a:r>
            <a:r>
              <a:rPr lang="en-US" sz="2000" dirty="0"/>
              <a:t> 7 </a:t>
            </a:r>
            <a:r>
              <a:rPr lang="en-US" sz="2000" dirty="0" err="1"/>
              <a:t>pontos</a:t>
            </a:r>
            <a:r>
              <a:rPr lang="en-US" sz="2000" dirty="0"/>
              <a:t> — 1 </a:t>
            </a:r>
            <a:r>
              <a:rPr lang="en-US" sz="2000" dirty="0" err="1"/>
              <a:t>ponto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kill </a:t>
            </a:r>
            <a:r>
              <a:rPr lang="en-US" sz="2000" dirty="0" err="1"/>
              <a:t>emite</a:t>
            </a:r>
            <a:r>
              <a:rPr lang="en-US" sz="2000" dirty="0"/>
              <a:t>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posicional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terminar</a:t>
            </a:r>
            <a:r>
              <a:rPr lang="en-US" sz="2000" dirty="0"/>
              <a:t> para </a:t>
            </a:r>
            <a:r>
              <a:rPr lang="en-US" sz="2000" dirty="0" err="1"/>
              <a:t>revelar</a:t>
            </a:r>
            <a:r>
              <a:rPr lang="en-US" sz="2000" dirty="0"/>
              <a:t> a </a:t>
            </a:r>
            <a:r>
              <a:rPr lang="en-US" sz="2000" dirty="0" err="1"/>
              <a:t>posição</a:t>
            </a:r>
            <a:endParaRPr lang="en-US" sz="2000" dirty="0"/>
          </a:p>
        </p:txBody>
      </p:sp>
      <p:pic>
        <p:nvPicPr>
          <p:cNvPr id="6146" name="Picture 2" descr="Yoru">
            <a:extLst>
              <a:ext uri="{FF2B5EF4-FFF2-40B4-BE49-F238E27FC236}">
                <a16:creationId xmlns:a16="http://schemas.microsoft.com/office/drawing/2014/main" id="{BDAB302C-13B8-0E51-44CD-AAE33443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6"/>
          <a:stretch>
            <a:fillRect/>
          </a:stretch>
        </p:blipFill>
        <p:spPr bwMode="auto"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497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9F3820-CDFB-E087-F15E-28040F37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pt-PT" sz="3400">
                <a:latin typeface="VALORANT" pitchFamily="2" charset="0"/>
              </a:rPr>
              <a:t>flow</a:t>
            </a:r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3522EC31-81F0-858F-F875-F24FF6309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622" y="-79796"/>
            <a:ext cx="5880151" cy="7017591"/>
          </a:xfrm>
          <a:prstGeom prst="rect">
            <a:avLst/>
          </a:prstGeom>
        </p:spPr>
      </p:pic>
      <p:pic>
        <p:nvPicPr>
          <p:cNvPr id="7170" name="Picture 2" descr="Internet Symbol for Your Web Site Design, Logo, App, UI. Stock Vector -  Illustration of computer, ecommerce: 137568495">
            <a:extLst>
              <a:ext uri="{FF2B5EF4-FFF2-40B4-BE49-F238E27FC236}">
                <a16:creationId xmlns:a16="http://schemas.microsoft.com/office/drawing/2014/main" id="{268243E5-6726-C337-D824-5FD686BA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78"/>
          <a:stretch>
            <a:fillRect/>
          </a:stretch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845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AD642B-DB50-CC5E-F037-8FF3CC5D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t-PT" sz="5400" dirty="0">
                <a:latin typeface="VALORANT" pitchFamily="2" charset="0"/>
              </a:rPr>
              <a:t>IA</a:t>
            </a:r>
          </a:p>
        </p:txBody>
      </p:sp>
      <p:sp>
        <p:nvSpPr>
          <p:cNvPr id="820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8" name="Content Placeholder 8197">
            <a:extLst>
              <a:ext uri="{FF2B5EF4-FFF2-40B4-BE49-F238E27FC236}">
                <a16:creationId xmlns:a16="http://schemas.microsoft.com/office/drawing/2014/main" id="{126EF73B-1E28-ADD1-A950-01E17F5DC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ChatGPT – </a:t>
            </a:r>
            <a:r>
              <a:rPr lang="en-US" sz="2200" dirty="0" err="1"/>
              <a:t>Animação</a:t>
            </a:r>
            <a:r>
              <a:rPr lang="en-US" sz="2200" dirty="0"/>
              <a:t> de reload e </a:t>
            </a:r>
            <a:r>
              <a:rPr lang="en-US" sz="2200" dirty="0" err="1"/>
              <a:t>construcao</a:t>
            </a:r>
            <a:r>
              <a:rPr lang="en-US" sz="2200" dirty="0"/>
              <a:t> de 4 </a:t>
            </a:r>
            <a:r>
              <a:rPr lang="en-US" sz="2200" dirty="0" err="1"/>
              <a:t>armas</a:t>
            </a:r>
            <a:r>
              <a:rPr lang="en-US" sz="2200" dirty="0"/>
              <a:t>. E o </a:t>
            </a:r>
            <a:r>
              <a:rPr lang="en-US" sz="2200" dirty="0" err="1"/>
              <a:t>som</a:t>
            </a:r>
            <a:r>
              <a:rPr lang="en-US" sz="2200" dirty="0"/>
              <a:t> de </a:t>
            </a:r>
            <a:r>
              <a:rPr lang="en-US" sz="2200" dirty="0" err="1"/>
              <a:t>passos</a:t>
            </a:r>
            <a:r>
              <a:rPr lang="en-US" sz="2200" dirty="0"/>
              <a:t>. E </a:t>
            </a:r>
            <a:r>
              <a:rPr lang="en-US" sz="2200" dirty="0" err="1"/>
              <a:t>ajduar</a:t>
            </a:r>
            <a:r>
              <a:rPr lang="en-US" sz="2200" dirty="0"/>
              <a:t> a </a:t>
            </a:r>
            <a:r>
              <a:rPr lang="en-US" sz="2200" dirty="0" err="1"/>
              <a:t>implmentacao</a:t>
            </a:r>
            <a:r>
              <a:rPr lang="en-US" sz="2200" dirty="0"/>
              <a:t> do clone e arma </a:t>
            </a:r>
            <a:r>
              <a:rPr lang="en-US" sz="2200" dirty="0" err="1"/>
              <a:t>nos</a:t>
            </a:r>
            <a:r>
              <a:rPr lang="en-US" sz="2200" dirty="0"/>
              <a:t> sockets. E imagens de </a:t>
            </a:r>
            <a:r>
              <a:rPr lang="en-US" sz="2200" dirty="0" err="1"/>
              <a:t>fluxo</a:t>
            </a:r>
            <a:r>
              <a:rPr lang="en-US" sz="2200" dirty="0"/>
              <a:t> e </a:t>
            </a:r>
            <a:r>
              <a:rPr lang="en-US" sz="2200" dirty="0" err="1"/>
              <a:t>diagrama</a:t>
            </a:r>
            <a:r>
              <a:rPr lang="en-US" sz="2200" dirty="0"/>
              <a:t> </a:t>
            </a: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árvore</a:t>
            </a:r>
            <a:r>
              <a:rPr lang="en-US" sz="2200" dirty="0"/>
              <a:t> do </a:t>
            </a:r>
            <a:r>
              <a:rPr lang="en-US" sz="2200" dirty="0" err="1"/>
              <a:t>powerpoint</a:t>
            </a:r>
            <a:endParaRPr lang="en-US" sz="22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91C8660-5FDB-0C9D-556C-5042529AC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259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5" name="Rectangle 922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2F66A2F-40AF-C65B-633D-CA604B28E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2" b="13715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7" name="Rectangle 92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C13095-381D-EFCF-0719-69A18CE6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03426" cy="1899912"/>
          </a:xfrm>
        </p:spPr>
        <p:txBody>
          <a:bodyPr>
            <a:normAutofit/>
          </a:bodyPr>
          <a:lstStyle/>
          <a:p>
            <a:r>
              <a:rPr lang="pt-PT" sz="4000" dirty="0" err="1">
                <a:latin typeface="VALORANT" pitchFamily="2" charset="0"/>
              </a:rPr>
              <a:t>Conclusions</a:t>
            </a:r>
            <a:endParaRPr lang="pt-PT" sz="4000" dirty="0">
              <a:latin typeface="VALORANT" pitchFamily="2" charset="0"/>
            </a:endParaRPr>
          </a:p>
        </p:txBody>
      </p:sp>
      <p:sp>
        <p:nvSpPr>
          <p:cNvPr id="9222" name="Content Placeholder 9221">
            <a:extLst>
              <a:ext uri="{FF2B5EF4-FFF2-40B4-BE49-F238E27FC236}">
                <a16:creationId xmlns:a16="http://schemas.microsoft.com/office/drawing/2014/main" id="{F51E549F-41B8-B76F-64CE-C7D331A31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O </a:t>
            </a:r>
            <a:r>
              <a:rPr lang="en-US" sz="2000" dirty="0" err="1"/>
              <a:t>jogo</a:t>
            </a:r>
            <a:r>
              <a:rPr lang="en-US" sz="2000" dirty="0"/>
              <a:t> </a:t>
            </a:r>
            <a:r>
              <a:rPr lang="en-US" sz="2000" dirty="0" err="1"/>
              <a:t>foi</a:t>
            </a:r>
            <a:r>
              <a:rPr lang="en-US" sz="2000" dirty="0"/>
              <a:t> </a:t>
            </a:r>
            <a:r>
              <a:rPr lang="en-US" sz="2000" dirty="0" err="1"/>
              <a:t>testado</a:t>
            </a:r>
            <a:r>
              <a:rPr lang="en-US" sz="2000" dirty="0"/>
              <a:t> no Chrome no MACBOOK e </a:t>
            </a:r>
            <a:r>
              <a:rPr lang="en-US" sz="2000" dirty="0" err="1"/>
              <a:t>possui</a:t>
            </a:r>
            <a:r>
              <a:rPr lang="en-US" sz="2000" dirty="0"/>
              <a:t> </a:t>
            </a:r>
            <a:r>
              <a:rPr lang="en-US" sz="2000" dirty="0" err="1"/>
              <a:t>uns</a:t>
            </a:r>
            <a:r>
              <a:rPr lang="en-US" sz="2000" dirty="0"/>
              <a:t> bugs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teletransportar</a:t>
            </a:r>
            <a:r>
              <a:rPr lang="en-US" sz="2000" dirty="0"/>
              <a:t> para </a:t>
            </a:r>
            <a:r>
              <a:rPr lang="en-US" sz="2000" dirty="0" err="1"/>
              <a:t>dentro</a:t>
            </a:r>
            <a:r>
              <a:rPr lang="en-US" sz="2000" dirty="0"/>
              <a:t>  das </a:t>
            </a:r>
            <a:r>
              <a:rPr lang="en-US" sz="2000" dirty="0" err="1"/>
              <a:t>caixas</a:t>
            </a:r>
            <a:r>
              <a:rPr lang="en-US" sz="2000" dirty="0"/>
              <a:t>.  O speed e jump </a:t>
            </a:r>
            <a:r>
              <a:rPr lang="en-US" sz="2000" dirty="0" err="1"/>
              <a:t>estao</a:t>
            </a:r>
            <a:r>
              <a:rPr lang="en-US" sz="2000" dirty="0"/>
              <a:t> um </a:t>
            </a:r>
            <a:r>
              <a:rPr lang="en-US" sz="2000" dirty="0" err="1"/>
              <a:t>pouco</a:t>
            </a:r>
            <a:r>
              <a:rPr lang="en-US" sz="2000" dirty="0"/>
              <a:t> </a:t>
            </a:r>
            <a:r>
              <a:rPr lang="en-US" sz="2000" dirty="0" err="1"/>
              <a:t>diferenciados</a:t>
            </a:r>
            <a:r>
              <a:rPr lang="en-US" sz="2000" dirty="0"/>
              <a:t> de pc para pc, </a:t>
            </a:r>
            <a:r>
              <a:rPr lang="en-US" sz="2000" dirty="0" err="1"/>
              <a:t>como</a:t>
            </a:r>
            <a:r>
              <a:rPr lang="en-US" sz="2000" dirty="0"/>
              <a:t> o </a:t>
            </a:r>
            <a:r>
              <a:rPr lang="en-US" sz="2000" dirty="0" err="1"/>
              <a:t>jogo</a:t>
            </a:r>
            <a:r>
              <a:rPr lang="en-US" sz="2000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desenhado</a:t>
            </a:r>
            <a:r>
              <a:rPr lang="en-US" sz="2000" dirty="0"/>
              <a:t> para 60ms para </a:t>
            </a:r>
            <a:r>
              <a:rPr lang="en-US" sz="2000" dirty="0" err="1"/>
              <a:t>telas</a:t>
            </a:r>
            <a:r>
              <a:rPr lang="en-US" sz="2000" dirty="0"/>
              <a:t> de 120,144,etc </a:t>
            </a:r>
            <a:r>
              <a:rPr lang="en-US" sz="2000" dirty="0" err="1"/>
              <a:t>fica</a:t>
            </a:r>
            <a:r>
              <a:rPr lang="en-US" sz="2000" dirty="0"/>
              <a:t> um </a:t>
            </a:r>
            <a:r>
              <a:rPr lang="en-US" sz="2000" dirty="0" err="1"/>
              <a:t>pouco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rapido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3450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500</Words>
  <Application>Microsoft Macintosh PowerPoint</Application>
  <PresentationFormat>Ecrã Panorâmico</PresentationFormat>
  <Paragraphs>60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VALORANT</vt:lpstr>
      <vt:lpstr>Verdana</vt:lpstr>
      <vt:lpstr>Tema do Office</vt:lpstr>
      <vt:lpstr>YoruZone</vt:lpstr>
      <vt:lpstr>Apresentação do PowerPoint</vt:lpstr>
      <vt:lpstr>Code Organization</vt:lpstr>
      <vt:lpstr>Introduction</vt:lpstr>
      <vt:lpstr>Apresentação do PowerPoint</vt:lpstr>
      <vt:lpstr>Ilumination, Materials and Textures</vt:lpstr>
      <vt:lpstr>Animations</vt:lpstr>
      <vt:lpstr>User Interactions</vt:lpstr>
      <vt:lpstr>Weapons AND SHIELD</vt:lpstr>
      <vt:lpstr>Habilities</vt:lpstr>
      <vt:lpstr>flow</vt:lpstr>
      <vt:lpstr>IA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Sousa</dc:creator>
  <cp:lastModifiedBy>Guilherme Sousa</cp:lastModifiedBy>
  <cp:revision>5</cp:revision>
  <dcterms:created xsi:type="dcterms:W3CDTF">2026-05-26T11:08:09Z</dcterms:created>
  <dcterms:modified xsi:type="dcterms:W3CDTF">2026-05-26T14:03:14Z</dcterms:modified>
</cp:coreProperties>
</file>